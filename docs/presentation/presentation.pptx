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Atkinson Hyperlegible Next" pitchFamily="2" charset="0"/>
      <p:regular r:id="rId13"/>
      <p:bold r:id="rId14"/>
      <p:italic r:id="rId15"/>
      <p:boldItalic r:id="rId16"/>
    </p:embeddedFont>
    <p:embeddedFont>
      <p:font typeface="Georgia" panose="02040502050405020303" pitchFamily="18" charset="0"/>
      <p:regular r:id="rId17"/>
      <p:bold r:id="rId18"/>
      <p:italic r:id="rId19"/>
      <p:boldItalic r:id="rId20"/>
    </p:embeddedFont>
    <p:embeddedFont>
      <p:font typeface="Segoe UI Symbol" panose="020B0502040204020203" pitchFamily="34" charset="0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4046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HubMI.pl to nazwa, którą ROPS w Krakowie nadał cyfrowemu rdzeniowi planowanego Małopolskiego Hubu Innowacji Społecznych. Zbudowaliśmy działający pilot: stronę dla osoby z potrzebą i panel dla ROPS; role zespołu, który poprowadzi usługę, to plan rozwoju. Jedna idea: człowiek opisuje potrzebę własnymi słowami i dostaje drogę, a nie listę. Telefon pokazuje prawdziwą drogę z pilota.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Zadanie partnera jego własnymi słowami: nie kolejny katalog, tylko narzędzie, które łączy problem z rozwiązaniem, wiedzą i ludźmi i pomaga, gdy rozwiązania jeszcze nie ma. Wiedza istnieje: około 200 innowacji z Małopolski, 300 w ogólnopolskiej bazie. Brakuje połączenia potrzeby w jednej ze 183 gmin z tym, co już działa, i rejestru potrzeb, na które nic nie odpowiada.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prawdziwa droga z prototypu dla naszego problemu testowego P01: samotni seniorzy w wiejskiej gminie Laskowa. Ma cztery bloki. Rozwiązania: sprawdzone innowacje, każda z uzasadnieniem cytowanym z opisu źródłowego i z tym, czego wymaga. Wiedza: podręczniki i modele ROPS. Ludzie: autorzy, opiekun kategorii w ROPS i osoby, które zgłosiły gotowość do pomocy. Ścieżka wdrożenia: programy, które mogą to sfinansować, z kwotami, terminami i krokami. To nie lista wyników wyszukiwania, tylko odpowiedź na pytanie, co zrobić dalej.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Uczciwe pytanie: czy to tylko wyszukiwarka albo czatbot nad katalogiem? Nie. Wyszukiwarka daje linki, czatbot z RAG daje akapit i oba odpowiadają na każde pytanie. HubMI składa drogę według reguł z opracowanych danych: kwoty, terminy i podstawy prawne pochodzą z tabeli trzydziestu ścieżek, której model nie widzi; ludzie i miejsca pochodzą z danych. Model tylko wybiera i wyjaśnia, a kod sprawdza każdy identyfikator i każdy cytat. Najważniejsze: potrafi powiedzieć „nie”. Poniżej dopasowania 45 nie ma drogi, a potrzeba trafia do inkubatora. Po drodze pracownik ROPS w panelu rozpatruje każdy wpis i przekazuje prośby o kontakt.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zapytał, co się dzieje, gdy rozwiązania jeszcze nie ma. Tegoroczna susza wysuszyła studnie w przysiółkach gminy Dobra; nic w katalogach nie pasuje, a narzędzie mówi to wprost, zamiast pokazywać słabe dopasowania. Potrzeba trafia do banku potrzeb, a narzędzie przygotowuje fiszkę dla kolejnego naboru inkubatora z najbliższymi istniejącymi innowacjami; w planie rozwoju ROPS łączy podobne potrzeby w tematy naborów. Trzeci ekran to kierunek odwrotny: dla sprawdzonej innowacji gminy, w których wskaźniki pokazują potrzebę, a innowacja jeszcze nie działa.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Zapowiedź partnera nosi tytuł „Od empatii do technologii”. Dlatego każdy tekst najpierw przechodzi przez bramkę bezpieczeństwa: potrzeba społeczności dostaje drogę; osoba w kryzysie dostaje telefony zaufania i adres lokalnego ośrodka pomocy społecznej, a nie listę innowacji; prośbę, która ma kogoś wykluczyć, odrzucamy uprzejmie, z możliwością odwołania. Potem wyszukiwanie polskim modelem PolDense, a Bielik, polski otwarty model, wybiera i wyjaśnia. Nie wybraliśmy ich po nazwie: przed hackathonem porównaliśmy Bielika z czterema innymi modelami językowymi na polskich przypadkach, a PolDense z pięcioma innymi modelami embeddingów na wszystkich 381 rekordach; wyniki są w repozytorium. Model nie może wymyślić rozwiązania ani kwoty: każdy identyfikator i cytat jest sprawdzany, a kwoty pochodzą z opracowanej tabeli. Wszystko, co dotyczy prawdziwej osoby, czeka na decyzję pracownika ROPS w panelu, a narzędzie niczego nikomu nie wysyła.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Zadanie prosi o koncepcję, nie tylko o oprogramowanie. To, co widzieliście, działa dziś: droga dla osoby z potrzebą, a obok fiszka pomysłu, tester innowacji, rozmowy z ROPS z mentorami i tablica partnerstw. Z siedmiu modułów wyzwania cztery działają w całości, trzy częściowo. Każdy wpis trafia do panelu ROPS: człowiek podejmuje decyzję, zapisaną z jego nazwiskiem, a autor pomysłu widzi odpowiedź na stronie swojej fiszki. Planem rozwoju są ludzie wokół narzędzia: trzy role, które mogą pełnić trzy osoby albo jedna – opiekun kategorii, czyli ludzka twarz każdej drogi, redaktor katalogu i koordynator banku potrzeb. Usługa domknie trzy pętle: potrzeba staje się wdrożeniem; potrzeba bez rozwiązania staje się tematem inkubatora, a potem nową innowacją; sprawdzona innowacja trafia tam, gdzie jest potrzebna. Utrzymanie jest tanie: jeden serwer 4 GB dla aplikacji i polskiego modelu embeddingów to 24 dolary miesięcznie na AWS Lightsail; w produkcji PostgreSQL z pgvector na RDS, około 30 dolarów miesięcznie (pilot trzyma wpisy w jednym pliku). Wywołanie Bielika przez Hugging Face to około pięciu tysięcy tokenów po 40 centów za milion, czyli jedna piąta centa; cała droga to cztery wywołania, poniżej jednego centa.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 dalej – i to jest pomysł, nie obietnica. Uczniowie kończący szkołę podstawową dostają trzy z dwustu punktów rekrutacyjnych za wolontariat wpisany na świadectwo, więc każda szkoła szuka prawdziwych zadań, a nasz bank potrzeb jest ich pełen. Nie chcemy budować kolejnej aplikacji do wolontariatu: w zeszłym roku zadanie Miasta Krakowa na HackYeah wygrało DoBro zespołu Szybkie Palce, platforma, która łączy młodych wolontariuszy, szkoły i organizacje. HubMI przynosi potrzebę sprawdzoną przez ROPS i sprawdzoną metodę; DoBro przynosi ręce do pracy. Potrzeba zostaje zgłoszona, ROPS oznacza ją jako zadanie dla uczniów, trafia na otwartą listę zadań, DoBro dobiera uczniów przez szkolnego koordynatora, a godziny i wynik wracają do banku potrzeb i na mapę. Dzieci przede wszystkim: nigdy nie przechowujemy danych uczniów, a zadanie dostają tylko organizacje ze standardami ochrony dzieci. Chcielibyśmy zaprosić zespół DoBro do wspólnej pracy.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Dla wszystkich: ROPS prowadził inkubator dostępności, więc postawiliśmy sobie poprzeczkę wyżej, niż wymaga prawo: krój pisma dla osób słabowidzących, kontrast 7:1, trzy motywy, pełna obsługa klawiaturą i automatyczny test każdego ekranu. Osoba niewidoma może opisać i zapisać potrzebę z czytnikiem ekranu: każde pole ma etykietę, każdy krok oczekiwania jest ogłaszany, a wymagana zgoda mówi o sobie przed pierwszą próbą. Wszystko, co pokazuje narzędzie, pochodzi z otwartych danych, z linkiem do źródła i licencją; katalogi pozostają źródłami prawdy. Przy budowie pomagali agenci AI do programowania; pomysł i decyzje są nasze, a każda decyzja jest zapisana w rejestrze decyzji projektu, otwartym do wglądu. Dziękujemy.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koniec: jak to zbudowaliśmy. Każdy punkt to agent AI: 50 sesji Claude Code, które prowadziliśmy, i 127 subagentów, które te sesje uruchomiły, razem 177. Bursztynowe prostokąty to pliki, przez które agenci przekazywali sobie pracę: specyfikacja, rekordy innowacji, ścieżki finansowania, kontrakt danych. Linie pokazują, kto kogo uruchomił, kto co zapisał i kto to przeczytał, razem 993 powiązania. Największe skupisko to jeden przebieg ekstrakcji z 50 subagentami. Pracę wykonali agenci; kierunek i każda decyzja są nasze, a każda decyzja jest zapisana w rejestrze decyzji projektu.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obrovsky420/hackyeah2026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B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HACKYEAH 2026  ·  ZADANIE HUBMI.PL  ·  ROPS KRAKÓW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HubMI: od potrzeby</a:t>
            </a:r>
            <a:endParaRPr lang="en-US" sz="5400" dirty="0"/>
          </a:p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 rozwiązania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Droga, nie katalog.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94760"/>
            <a:ext cx="6949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6F2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Działający pilot cyfrowego rdzenia, który ROPS w Krakowie planuje dla Małopolskiego Hubu Innowacji Społecznych. Potrzeba opisana własnymi słowami przez mieszkańca, pracownika socjalnego, organizację albo gminę staje się drogą do sprawdzonych rozwiązań, wiedzy, ludzi i finansowania, a nie listą linków czy odpowiedzią czatbota. Każdy wpis trafia do panelu ROPS; role zespołu usługi to plan rozwoju.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3949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kern="0" spc="2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ZESPÓŁ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Alexander Bobrovský  ·  Anton Myshelov  ·  Dmytro Chernikov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Dmytro Ushakov  ·  Krzysztof Zając</a:t>
            </a:r>
            <a:endParaRPr lang="en-US" sz="1400" dirty="0"/>
          </a:p>
        </p:txBody>
      </p:sp>
      <p:pic>
        <p:nvPicPr>
          <p:cNvPr id="7" name="Image 0" descr="C:\Users\bobro\OneDrive\Developer\HackYeah2026\.local\presentation\source\img\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034" y="369444"/>
            <a:ext cx="3167898" cy="61191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Sprawdzone rozwiązania istnieją, ale nie docierają tam, gdzie są potrzebne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760720" cy="3383280"/>
          </a:xfrm>
          <a:prstGeom prst="roundRect">
            <a:avLst>
              <a:gd name="adj" fmla="val 3243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rgbClr val="1A4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46888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900" i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Nie chcemy kolejnego portalu, katalogu ani wyszukiwarki. Chcemy narzędzia, które potrafi połączyć problem z istniejącym rozwiązaniem, wskazać właściwą wiedzę i ludzi, a gdy rozwiązania jeszcze nie ma, pomóc znaleźć drogę do jego stworzenia.”</a:t>
            </a:r>
            <a:endParaRPr lang="en-US" sz="1900" dirty="0"/>
          </a:p>
          <a:p>
            <a:pPr marL="0" indent="0">
              <a:lnSpc>
                <a:spcPct val="112000"/>
              </a:lnSpc>
              <a:spcBef>
                <a:spcPts val="1400"/>
              </a:spcBef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ROPS w Krakowie, zadanie HubMI.pl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12280" y="17373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~200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595360" y="173736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innowacji społecznych powstało w Małopolsce w ostatnich dziesięciu latach (ROPS)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283464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300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83464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innowacji w ogólnopolskiej bazie innowacjespoleczne.pl, 115 w bibliotece ROPS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393192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183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93192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gminy w Małopolsce, każda z własnymi potrzebami i żadna z przewodnikiem po tym, co już działa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5780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25780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Luka.  </a:t>
            </a:r>
            <a:r>
              <a:rPr lang="en-US" sz="15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Katalogi przegląda się po tytułach i kategoriach, a żaden nie przyjmuje lokalnego problemu jako pytania. Inkubatory wybierają kolejne tematy bez rejestru potrzeb, na które nikt nie znalazł odpowiedzi.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Opisz potrzebę, dostań drogę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Prawdziwy wynik prototypu: jedna potrzeba, jedno miejsce, cztery bloki i trzy kolejne kroki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  ·  PROBLEM TESTOWY P01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017520" cy="347472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103120"/>
            <a:ext cx="26151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„Coraz więcej samotnych seniorów w naszej gminie. Nie ma domu dziennego pobytu ani klubu seniora, a sąsiedzi zgłaszają, że starsze osoby nie wychodzą z domu i nie mają z kim porozmawiać. Gmina ma świetlicę wiejską wolną trzy dni w tygodniu.”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4800600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Miejsce  </a:t>
            </a: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gmina Laskowa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Kto  </a:t>
            </a: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pracownik instytucji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71800" y="5705856"/>
            <a:ext cx="685800" cy="384048"/>
          </a:xfrm>
          <a:prstGeom prst="rightArrow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577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Każdy cytat sprawdzamy z opisem w katalogu. Tekst wygenerowany jest oznaczony.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977640" y="160020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77640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61688" y="1600200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Rozwiązania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dlaczego pasują, czego wymagają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977640" y="1984248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0" descr="C:\Users\bobro\OneDrive\Developer\HackYeah2026\.local\presentation\source\img\b-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984248"/>
            <a:ext cx="3672688" cy="1904921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977640" y="1984248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78928" y="160020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78928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262976" y="1600200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podręczniki i modele na start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878928" y="1984248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1" descr="C:\Users\bobro\OneDrive\Developer\HackYeah2026\.local\presentation\source\img\b-knowle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8928" y="1984248"/>
            <a:ext cx="3672688" cy="190492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878928" y="1984248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977640" y="409948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77640" y="40994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361688" y="4099481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Ludzie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autorzy, opiekun w ROPS, chętni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977640" y="4483529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2" descr="C:\Users\bobro\OneDrive\Developer\HackYeah2026\.local\presentation\source\img\b-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483529"/>
            <a:ext cx="3672688" cy="1904921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977640" y="4483529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878928" y="409948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78928" y="40994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262976" y="4099481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Ścieżka wdrożenia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pieniądze i kroki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7878928" y="4483529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1" name="Image 3" descr="C:\Users\bobro\OneDrive\Developer\HackYeah2026\.local\presentation\source\img\b-pa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8928" y="4483529"/>
            <a:ext cx="3672688" cy="1904921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7878928" y="4483529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Nie wyszukiwarka i nie czatbot nad dokumentami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Wyszukiwanie to jeden krok z pięciu. Droga powstaje z opracowanych danych, reguł i pracy ludzi, a nie z wygenerowanej odpowiedzi.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22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Wyszukiwarka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Czatbot z RAG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HubMI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4B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Co dostajesz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Listę linków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Płynny akapit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Drogę: do trzech sprawdzonych rozwiązań, wiedzę, ludzi, ścieżkę finansowania i trzy kolejne kroki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Gdy nic nie pasuje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Nadal listę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Nadal odpowiedź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Mówi to wprost: poniżej dopasowania 45 na 100 nie ma drogi, a potrzeba trafia do banku potrzeb i do inkubatora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Kwoty, terminy, podstawa prawna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To, co piszą strony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Pisze je model z tego, co znalazł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Z tabeli 30 ścieżek prawnych i finansowych, każda ze źródłem; model nie widzi żadnej kwoty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Miejsce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Słowo kluczowe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Słowo kluczowe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Wskaźniki GUS dla gminy, realizatorzy w promieniu 50 km, mapa miejsc, gdzie rozwiązania brakuje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Rola modelu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Układa strony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Pisze odpowiedź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Wybiera i wyjaśnia; kod sprawdza każdy identyfikator i cytat i decyduje, czy dopasowanie wystarcza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Przed i po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Nic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Nic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Przed: bramka bezpieczeństwa, a osoba w kryzysie dostaje pomoc człowieka.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Po: pracownik ROPS rozpatruje każdy wpis w panelu i przekazuje kontakty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Gdy nic nie pasuje, mówi to wprost i szkicuje kolejny temat dla inkubatora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16184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Brak sprawdzonego rozwiązania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Mówi to wprost, nie dokłada słabych wyników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401568" cy="323149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" name="Image 0" descr="C:\Users\bobro\OneDrive\Developer\HackYeah2026\.local\presentation\source\img\no-m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31720"/>
            <a:ext cx="3401568" cy="32314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331720"/>
            <a:ext cx="3401568" cy="323149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98848" y="164592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98848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82896" y="16184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Bank potrzeb → fiszka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Fiszka dla inkubatora już dziś; łączenie potrzeb to plan rozwoju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498848" y="2331720"/>
            <a:ext cx="3401568" cy="323149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1" descr="C:\Users\bobro\OneDrive\Developer\HackYeah2026\.local\presentation\source\img\bri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331720"/>
            <a:ext cx="3401568" cy="323149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498848" y="2331720"/>
            <a:ext cx="3401568" cy="323149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50047" y="164592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150047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534095" y="16184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Gdzie najbardziej potrzebne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Gminy z dużą potrzebą i bez wdrożenia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150047" y="2331720"/>
            <a:ext cx="3401568" cy="323149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2" descr="C:\Users\bobro\OneDrive\Developer\HackYeah2026\.local\presentation\source\img\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047" y="2331720"/>
            <a:ext cx="3401568" cy="323149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150047" y="2331720"/>
            <a:ext cx="3401568" cy="323149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105656" y="3749040"/>
            <a:ext cx="329184" cy="329184"/>
          </a:xfrm>
          <a:prstGeom prst="rightArrow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1: prawdziwy wynik dla wyschniętych studni w gminie Dobra, lato 2026. 2: ta sama potrzeba zapisana w banku potrzeb jako fiszka dla inkubatora.</a:t>
            </a:r>
            <a:endParaRPr lang="en-US" sz="11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3: gdzie najbardziej potrzebne jest rozwiązanie dla seniorów ze slajdu 3.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Empatia przed technologią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Najpierw bramka bezpieczeństwa. Model wybiera i wyjaśnia; decydują ludzie.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  Bramka bezpieczeństwa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DCE6F2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najpierw reguły, potem model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70597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80909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8069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  Wyszukiwanie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PolDense-400M: 40 najbliższych z 381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11425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1737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8897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  Ocena i uzasadnienia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Bielik 11B v3.0, polski otwarty model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52254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62566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9726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 Kompozytor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wiedza, ludzie, ścieżki, kolejne kroki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93083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3395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40555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5  Panel ROPS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człowiek rozpatruje każdy wpis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33472"/>
            <a:ext cx="10911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Oba modele wybraliśmy na podstawie pomiarów </a:t>
            </a:r>
            <a:r>
              <a:rPr lang="en-US" sz="1100" b="1" i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przed hackathonem</a:t>
            </a: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: Bielika porównaliśmy z 4 innymi modelami językowymi, PolDense z 5 innymi modelami embeddingów.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260193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0" descr="C:\Users\bobro\OneDrive\Developer\HackYeah2026\.local\presentation\source\img\cri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2601933" cy="301752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40080" y="3017520"/>
            <a:ext cx="2601933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6126480"/>
            <a:ext cx="3059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Co widzi osoba w kryzysie zamiast drogi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744933" y="303580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744933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247853" y="301752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Osoba w kryzysie trafia do człowieka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Oznaki kryzysu prowadzą do sprawdzonych telefonów zaufania i lokalnego ośrodka pomocy społecznej, nigdy do innowacji, i nic nie jest zapisywane. Prośbę, która ma kogoś wykluczyć lub poniżyć, odrzucamy z uzasadnieniem i możliwością odwołania.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744933" y="413308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44933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247853" y="411480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Nic zmyślonego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Rozwiązania, organizacje i ludzie pochodzą tylko z katalogów; kwoty, terminy i podstawy prawne tylko z opracowanych ścieżek. Każdy identyfikator i cytat jest sprawdzany, a tekst wygenerowany jest oznaczony.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744933" y="523036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44933" y="5230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247853" y="521208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Człowiek decyduje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Narzędzie niczego nikomu nie wysyła: prośby o kontakt, zgłoszenia, fiszki i opinie czekają na decyzję pracownika ROPS w panelu, zapisaną z jego nazwiskiem. Numery PESEL, telefony i adresy usuwamy przed zapisem i przed każdym zapytaniem do modelu. Narzędzie nie decyduje o żadnej osobie.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 dziś. Usługa ROPS – od poniedziałku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Zbudowane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: droga, moduły wyzwania i panel ROPS.  </a:t>
            </a: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Plan rozwoju, jeszcze niezbudowany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: role i pętle usługi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ZBUDOWANE  ·  MODUŁY WYZWANIA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3570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63570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Matchmaking społeczny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droga i podobne przypadki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14546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A4B8C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2324274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38036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DCE6F2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8036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częściowo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324274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Zasobnik wiedzy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 na drogach, edycja w panelu, trendy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789012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A4B8C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3898740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III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12503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DCE6F2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12503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częściowo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898740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Kreator pomysłów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fiszka pomysłu, podobne rozwiązania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363479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73207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86969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86969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473207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Tester innowacji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oceny, opinie, ulepszenia, zapisy do testów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937945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7673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61435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61435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047673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Platforma komunikacji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rozmowy bez konta, mentorzy, partnerstwa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12411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22139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VI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135901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35901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622139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Panel administratora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kolejki, decyzje, odpowiedzi, CSV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086877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A4B8C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10196605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VII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710367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DCE6F2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710367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częściowo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196605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Middleman Innowacji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ścieżki według roli i gminy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324612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PLAN ROZWOJU  ·  JESZCZE NIEZBUDOWANE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557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Trzy role w Dziale Innowacji Społecznych ROPS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388620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Opiekun kategorii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osoba wskazana na każdej drodze; przyjmuje prośby o kontakt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42885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Redaktor katalogu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aktualizuje opisy, co roku pyta autorów, zapisuje wdrożenia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46908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Koordynator banku potrzeb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co tydzień przegląda potrzeby, łączy je w tematy naborów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897880" y="3557016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Trzy pętle, które domknie usługa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897880" y="39044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897880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309360" y="3886200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droga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kontakt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nowe wdrożenie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897880" y="430682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89788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309360" y="4288536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bank potrzeb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temat naboru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nowa innowacja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5897880" y="470916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9788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309360" y="4690872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Innowacja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mapa potrzeb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granty tam, gdzie jej brakuje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640080" y="5202936"/>
            <a:ext cx="4846320" cy="1124712"/>
          </a:xfrm>
          <a:prstGeom prst="roundRect">
            <a:avLst>
              <a:gd name="adj" fmla="val 813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2960" y="5202936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Już w panelu ROPS:  </a:t>
            </a: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każdy wpis czeka na decyzję człowieka, zapisaną z jego nazwiskiem; autor pomysłu widzi status i odpowiedź na stronie swojej fiszki; liczniki dróg, próśb i potrzeb oraz trendy potrzeb.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897880" y="5202936"/>
            <a:ext cx="5653735" cy="1124712"/>
          </a:xfrm>
          <a:prstGeom prst="roundRect">
            <a:avLst>
              <a:gd name="adj" fmla="val 8130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080760" y="5294376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Około 55 USD miesięcznie plus 8 USD za 1000 dróg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080760" y="5568696"/>
            <a:ext cx="42821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Serwer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aplikacja + polski model embeddingów, 4 GB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10317175" y="55686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24 USD / mies.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6080760" y="5733288"/>
            <a:ext cx="42821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Baza danych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PostgreSQL + pgvector, RDS 2 GB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10317175" y="57332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30 USD / mies.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080760" y="5897880"/>
            <a:ext cx="42821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Wywołanie modelu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Bielik 11B na Hugging Face, ~5 tys. tokenów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10317175" y="589788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0,002 USD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6080760" y="6062472"/>
            <a:ext cx="42821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Droga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wywołania, ~21 tys. tokenów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10317175" y="606247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0,008 USD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Dalej: ręce uczniów do lokalnych potrzeb, razem z DoBro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Plan rozwoju, jeszcze niezbudowany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: potrzeby jako zadania dla szkolnych wolontariuszy, ze zwycięzcą HackYeah 2025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2926080" cy="2468880"/>
          </a:xfrm>
          <a:prstGeom prst="roundRect">
            <a:avLst>
              <a:gd name="adj" fmla="val 444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8288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 / 200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603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punkty rekrutacyjne do szkoły średniej za wolontariat wpisany na świadectwo szkoły podstawowej</a:t>
            </a:r>
            <a:endParaRPr lang="en-US" sz="13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Każda szkoła sama ustala liczbę godzin, często od 20 do 60. Szkoły potrzebują prawdziwych zadań.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977640" y="1691640"/>
            <a:ext cx="3512668" cy="2468880"/>
          </a:xfrm>
          <a:prstGeom prst="roundRect">
            <a:avLst>
              <a:gd name="adj" fmla="val 444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78808" y="1874520"/>
            <a:ext cx="3110332" cy="310896"/>
          </a:xfrm>
          <a:prstGeom prst="roundRect">
            <a:avLst>
              <a:gd name="adj" fmla="val 50000"/>
            </a:avLst>
          </a:prstGeom>
          <a:solidFill>
            <a:srgbClr val="DCE6F2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78808" y="1874520"/>
            <a:ext cx="3110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TEN PILOT  ·  ZADANIE HUBMI.PL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313432"/>
            <a:ext cx="30554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HubMI przynosi potrzebę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2770632"/>
            <a:ext cx="30554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Prawdziwe potrzeby ze 183 gmin, sprawdzone przez pracownika ROPS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Sprawdzona metoda z katalogu do każdego zadania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Mapa pokazuje, dokąd dotarła pomoc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8948" y="1691640"/>
            <a:ext cx="3512668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40116" y="1874520"/>
            <a:ext cx="3110332" cy="31089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0116" y="1874520"/>
            <a:ext cx="3110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ZWYCIĘZCA HACKYEAH 2025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67548" y="2313432"/>
            <a:ext cx="30554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DoBro przynosi ręce do pracy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67548" y="2770632"/>
            <a:ext cx="30554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Młodzi wolontariusze, szkoły i organizacje w jednym miejscu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Rekomendacje według zainteresowań uczniów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Zbudowane dla cyfrowego centrum wolontariatu Miasta Krakowa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72604" y="2734056"/>
            <a:ext cx="384048" cy="384048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72604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+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1948221" cy="960120"/>
          </a:xfrm>
          <a:prstGeom prst="roundRect">
            <a:avLst>
              <a:gd name="adj" fmla="val 952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572000"/>
            <a:ext cx="167390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  Potrzeba zgłoszona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przez mieszkańca, organizację lub gminę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597" y="495147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80909" y="4572000"/>
            <a:ext cx="1948221" cy="960120"/>
          </a:xfrm>
          <a:prstGeom prst="roundRect">
            <a:avLst>
              <a:gd name="adj" fmla="val 952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18069" y="4572000"/>
            <a:ext cx="167390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  ROPS moderuje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 oznacza ją jako zadanie dla uczniów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911425" y="495147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21737" y="4572000"/>
            <a:ext cx="1948221" cy="960120"/>
          </a:xfrm>
          <a:prstGeom prst="roundRect">
            <a:avLst>
              <a:gd name="adj" fmla="val 952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58897" y="4572000"/>
            <a:ext cx="167390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  Otwarta lista zadań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metoda, wiek, odpowiedzialna organizacja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152254" y="495147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62566" y="4572000"/>
            <a:ext cx="1948221" cy="960120"/>
          </a:xfrm>
          <a:prstGeom prst="roundRect">
            <a:avLst>
              <a:gd name="adj" fmla="val 9524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9726" y="4572000"/>
            <a:ext cx="167390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 DoBro dobiera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DCE6F2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uczniów przez szkolnego koordynatora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393083" y="495147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03395" y="4572000"/>
            <a:ext cx="1948221" cy="960120"/>
          </a:xfrm>
          <a:prstGeom prst="roundRect">
            <a:avLst>
              <a:gd name="adj" fmla="val 952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740555" y="4572000"/>
            <a:ext cx="167390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5  Godziny potwierdzone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wynik wraca do banku potrzeb i na mapę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943600"/>
            <a:ext cx="10911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DoBro zespołu Szybkie Palce wygrało zadanie Miasta Krakowa na HackYeah 2025. To zaproszenie, jeszcze nie porozumienie.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Dla wszystkich, na otwartych danych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Dostępność powyżej wymogów prawa; każdy fakt prowadzi do swojego otwartego źródła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7548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C:\Users\bobro\OneDrive\Developer\HackYeah2026\.local\presentation\source\img\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754880" cy="2971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91640"/>
            <a:ext cx="4754880" cy="29718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7548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Motyw kontrastowy, jeden z trzech motywów wyświetlania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2583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Krój pisma dla osób słabowidzących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Kontrast tekstu 7:1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WCAG 2.2 AA i trzy kryteria AAA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406140" y="5120640"/>
            <a:ext cx="2583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Rozmiar tekstu, trzy motywy, telefon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Klawiatura i czytnik ekranu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Automatyczny test axe każdego ekranu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6916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Dane, modele i podziękowania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103120"/>
          <a:ext cx="5059375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Innowacje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300 z ogólnopolskiej bazy innowacjespoleczne.pl (Fundacja Stocznia) i 115 z biblioteki ROPS; 34 duplikaty połączone w 381 rekordów. CC BY 4.0 lub warunki MIIS, z atrybucją przy każdym opisie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Miejsca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GUS: rejestr TERC, wskaźniki Banku Danych Lokalnych 2024, granice PRG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Modele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Bielik 11B v3.0 (SpeakLeash) przez router Hugging Face; Claude (Anthropic) jako model zapasowy; wyszukiwanie: PolDense-400M (OPI PIB)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Oprogramowanie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Next.js, TypeScript, Tailwind CSS, MapLibre GL JS, wzorce formularzy GOV.UK Design System; potok danych w Pythonie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Agenci AI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Claude Code (Anthropic) pisał kod, teksty i testy pod kierunkiem zespołu; każda decyzja ludzi jest zapisana w rejestrze decyzji projektu, otwartym do wglądu; zespół przejrzał każdy polski tekst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92240" y="544068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Kod  </a:t>
            </a:r>
            <a:r>
              <a:rPr lang="en-US" sz="1200" u="sng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github.com/bobrovsky420/hackyeah2026</a:t>
            </a: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 licencja Apache 2.0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Jak agenci AI zbudowali HubMI</a:t>
            </a:r>
            <a:endParaRPr lang="en-US" sz="3000" dirty="0"/>
          </a:p>
          <a:p>
            <a:pPr marL="0" indent="0">
              <a:spcBef>
                <a:spcPts val="400"/>
              </a:spcBef>
              <a:buNone/>
            </a:pPr>
            <a:r>
              <a:rPr lang="en-US" sz="1500" dirty="0">
                <a:solidFill>
                  <a:srgbClr val="AEB7C2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Każda sesja Claude Code i każdy subagent, połączeni według tego, kto kogo uruchomił, kto zapisał które pliki i kto je czytał</a:t>
            </a:r>
            <a:endParaRPr lang="en-US" sz="3000" dirty="0"/>
          </a:p>
        </p:txBody>
      </p:sp>
      <p:pic>
        <p:nvPicPr>
          <p:cNvPr id="3" name="Image 0" descr="C:\Users\bobro\OneDrive\Developer\HackYeah2026\.local\presentation\source\img\agent-web-p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11643055" cy="45723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898205"/>
            <a:ext cx="1843979" cy="77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177</a:t>
            </a:r>
            <a:endParaRPr lang="en-US" sz="2600" dirty="0"/>
          </a:p>
          <a:p>
            <a:pPr marL="0" indent="0">
              <a:buNone/>
            </a:pPr>
            <a:r>
              <a:rPr lang="en-US" sz="1100" dirty="0">
                <a:solidFill>
                  <a:srgbClr val="D5DBE3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agentów AI: 50 sesji i 127 subagentów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2712659" y="5898205"/>
            <a:ext cx="1843979" cy="77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993</a:t>
            </a:r>
            <a:endParaRPr lang="en-US" sz="2600" dirty="0"/>
          </a:p>
          <a:p>
            <a:pPr marL="0" indent="0">
              <a:buNone/>
            </a:pPr>
            <a:r>
              <a:rPr lang="en-US" sz="1100" dirty="0">
                <a:solidFill>
                  <a:srgbClr val="D5DBE3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powiązania, w tym 847 przepływów danych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4785238" y="5898205"/>
            <a:ext cx="1843979" cy="77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14</a:t>
            </a:r>
            <a:endParaRPr lang="en-US" sz="2600" dirty="0"/>
          </a:p>
          <a:p>
            <a:pPr marL="0" indent="0">
              <a:buNone/>
            </a:pPr>
            <a:r>
              <a:rPr lang="en-US" sz="1100" dirty="0">
                <a:solidFill>
                  <a:srgbClr val="D5DBE3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wspólnych artefaktów, które zapisywali i czytali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857817" y="5898205"/>
            <a:ext cx="1843979" cy="77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50</a:t>
            </a:r>
            <a:endParaRPr lang="en-US" sz="2600" dirty="0"/>
          </a:p>
          <a:p>
            <a:pPr marL="0" indent="0">
              <a:buNone/>
            </a:pPr>
            <a:r>
              <a:rPr lang="en-US" sz="1100" dirty="0">
                <a:solidFill>
                  <a:srgbClr val="D5DBE3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subagentów w jednym przebiegu ekstrakcji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930396" y="5898205"/>
            <a:ext cx="1843979" cy="77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</a:t>
            </a:r>
            <a:endParaRPr lang="en-US" sz="2600" dirty="0"/>
          </a:p>
          <a:p>
            <a:pPr marL="0" indent="0">
              <a:buNone/>
            </a:pPr>
            <a:r>
              <a:rPr lang="en-US" sz="1100" dirty="0">
                <a:solidFill>
                  <a:srgbClr val="D5DBE3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modele Claude: Sonnet, Opus, Fable, Haiku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6A3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2881</Words>
  <Application>Microsoft Office PowerPoint</Application>
  <PresentationFormat>Widescreen</PresentationFormat>
  <Paragraphs>244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Segoe UI Symbol</vt:lpstr>
      <vt:lpstr>Arial</vt:lpstr>
      <vt:lpstr>Georgia</vt:lpstr>
      <vt:lpstr>Atkinson Hyperlegible Next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HubMI: od potrzeby do rozwiązania</dc:title>
  <dc:subject>PptxGenJS Presentation</dc:subject>
  <dc:creator>Zespół HubMI, HackYeah 2026</dc:creator>
  <cp:lastModifiedBy>Alexander Bobrovsky</cp:lastModifiedBy>
  <cp:revision>2</cp:revision>
  <dcterms:created xsi:type="dcterms:W3CDTF">2026-10-03T15:38:39Z</dcterms:created>
  <dcterms:modified xsi:type="dcterms:W3CDTF">2026-10-03T15:38:59Z</dcterms:modified>
</cp:coreProperties>
</file>